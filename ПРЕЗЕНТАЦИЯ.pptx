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3B9ED2-AE2D-4D1F-B2B8-48EEDF6A26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0D76CF5-4069-4EA0-838F-FA6F1C5E8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9799761-F58E-4819-99EB-2E9CB09EF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2F949-6EBE-458F-99E5-468E70BE3289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F162C3-5E29-42E8-B7A6-7D1F1852B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78EDEE-15F3-4203-BEE3-308471576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CBCC-5AE2-4C8C-A630-607CF74D54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927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410F01-2B0F-4356-8CB6-93B5F888A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CECC3E-9946-4FA6-9431-12917F3FA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C776C9-9E98-426C-942E-9C05BD161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2F949-6EBE-458F-99E5-468E70BE3289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3A311CB-4869-4CB5-8E27-7A37456D0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B66724-2EB0-4794-BF9E-72E3416FC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CBCC-5AE2-4C8C-A630-607CF74D54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5287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0D903F-F04F-49F6-974D-0975BC7B5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92495C5-2E52-4C98-8879-44A554AED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B01D32-8180-4BB0-9F85-CD07C93A1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2F949-6EBE-458F-99E5-468E70BE3289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8B4CCE-9276-4D69-A952-5682C90B3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170BCC-890C-492F-92BB-09CD6F8FF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CBCC-5AE2-4C8C-A630-607CF74D54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3983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6873F1-3D11-4FCF-8F1C-BBD008FF0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725CE7-FFA4-4F19-A393-543CDCA901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AD3F59-ED58-4942-B861-168ABF917F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999061C-29B8-4894-9729-BA10E417C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2F949-6EBE-458F-99E5-468E70BE3289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9493165-4233-4472-8C1F-64E5E2FE1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EFC60B1-6F2E-4EE5-B601-A9D4FE4A7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CBCC-5AE2-4C8C-A630-607CF74D54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2696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340033-C06F-43E5-9372-19F8585BE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594F699-857F-4E38-B890-A23E09DA2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600C814-98E9-4C22-B01E-DECB5D3E9D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A837526-C72B-4524-96BA-9769C9D406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E35EA5A-0A44-430B-A6CA-D47E250A02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6FB7936-9D07-43B5-8729-AAF57D7F3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2F949-6EBE-458F-99E5-468E70BE3289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9417862-8D88-49CF-9BEA-B9A8E15AE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C405B96-24B1-4DA8-885A-DA377AEFF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CBCC-5AE2-4C8C-A630-607CF74D54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0555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D86610-38F7-4F4C-9F37-4E000EAD6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21BA1FD-C4A0-44A1-93DB-FBA3F2289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2F949-6EBE-458F-99E5-468E70BE3289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5B858EC-904C-4060-A773-DA90E8F6B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0AC0EF0-FF71-4F0C-AC46-DD3B95A90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CBCC-5AE2-4C8C-A630-607CF74D54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0298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6409281-2A73-4AF0-ADE7-5F0308C6F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2F949-6EBE-458F-99E5-468E70BE3289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3A5E489-C39C-4E37-ADEE-B7E13FFC4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D5B3271-60D1-4125-AD02-B7F20F43C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CBCC-5AE2-4C8C-A630-607CF74D54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5054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1CB620-FCE0-4D6D-961D-B2BA0B728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ECAF49-AD5D-41B3-A5B5-DDFCD1BAB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6D634D7-01C2-4AA3-8CA1-9C7B81ED52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6833B38-81D0-4062-84EF-F40B16AFB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2F949-6EBE-458F-99E5-468E70BE3289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DBA4FBB-68F3-4326-8A4D-0F7D887CB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6E2BE1D-6E52-4380-A149-974FB4D89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CBCC-5AE2-4C8C-A630-607CF74D54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0918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4FA860-D369-478C-8F7B-7D7D434D7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32B7FB7-8B9C-45BE-AA4F-5896AB3186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97AAF25-06C6-422B-94FF-B8400AF9B0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9A5CEBE-F779-4065-974C-F74A35C95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2F949-6EBE-458F-99E5-468E70BE3289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22F785C-69AF-4469-BCF2-AB01ABFB2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22A43CE-5A7F-4026-87BB-7058962D7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CBCC-5AE2-4C8C-A630-607CF74D54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8783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DD061C-E553-4D43-B911-6837DC502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C6AE34D-5EFB-42B8-9DFF-326B0DC529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2F8CAE-EBB5-4CD4-9B25-52BC1DEDE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2F949-6EBE-458F-99E5-468E70BE3289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52E808-9761-48D2-95A2-EB3C72799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62815A-4DB1-4459-A873-4C9ED2097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CBCC-5AE2-4C8C-A630-607CF74D54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5823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BF4C1EA-4787-480D-9FD0-DD62158293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9C68B79-8601-4553-9DB7-8523D9469C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093D19-2CC5-4A86-8434-041CA6DC9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2F949-6EBE-458F-99E5-468E70BE3289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742EE90-1D19-4293-95D0-84B191DA7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C2C014-A978-45AD-8E86-EC0EEEB80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CBCC-5AE2-4C8C-A630-607CF74D54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2752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B8032E-10B2-4A94-8F56-6CBE426D3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5F0AC9E-1A70-4396-B932-B8D184C6D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3C9E9A-65AE-402B-8409-BC053C48D4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02F949-6EBE-458F-99E5-468E70BE3289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14B3C1D-1E0B-4A07-8230-AB3A8C2495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9DF703-01D3-4408-BD2B-99641123A0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95CBCC-5AE2-4C8C-A630-607CF74D54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1636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1c.ru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lab.com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818E102-7429-4838-97D7-3500083D1C2F}"/>
              </a:ext>
            </a:extLst>
          </p:cNvPr>
          <p:cNvSpPr/>
          <p:nvPr/>
        </p:nvSpPr>
        <p:spPr>
          <a:xfrm>
            <a:off x="383341" y="2089150"/>
            <a:ext cx="11425317" cy="21304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BE9CAB-4039-01CC-6B40-39B58BCD82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36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ПМ.04 Сопровождение и обслуживание программного обеспечения компьютерных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14" descr="touch-icon-ipad-retina">
            <a:extLst>
              <a:ext uri="{FF2B5EF4-FFF2-40B4-BE49-F238E27FC236}">
                <a16:creationId xmlns:a16="http://schemas.microsoft.com/office/drawing/2014/main" id="{2BBF9D51-062E-465F-8829-527926DF4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8" y="0"/>
            <a:ext cx="1258888" cy="125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A73C37-F7DE-4DAB-AF8B-42D7B45768BB}"/>
              </a:ext>
            </a:extLst>
          </p:cNvPr>
          <p:cNvSpPr txBox="1"/>
          <p:nvPr/>
        </p:nvSpPr>
        <p:spPr>
          <a:xfrm>
            <a:off x="2438400" y="167779"/>
            <a:ext cx="731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r>
              <a:rPr lang="ru-RU" altLang="ru-RU" sz="18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Кировское областное государственное профессиональное образовательное бюджетное учреждение</a:t>
            </a:r>
          </a:p>
          <a:p>
            <a:pPr algn="ctr" eaLnBrk="1" hangingPunct="1"/>
            <a:r>
              <a:rPr lang="ru-RU" altLang="ru-RU" sz="18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«Слободской колледж педагогики и социальных отношений»</a:t>
            </a: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9486ABA1-67BA-4C24-B36D-1B52B622600C}"/>
              </a:ext>
            </a:extLst>
          </p:cNvPr>
          <p:cNvSpPr/>
          <p:nvPr/>
        </p:nvSpPr>
        <p:spPr>
          <a:xfrm>
            <a:off x="7083196" y="3802321"/>
            <a:ext cx="5340808" cy="3055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Выполнил</a:t>
            </a:r>
            <a:r>
              <a:rPr lang="en-US" b="1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Казанцев Константин Вячеславович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Руководитель</a:t>
            </a:r>
            <a:r>
              <a:rPr lang="en-US" b="1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Пентин</a:t>
            </a:r>
            <a:r>
              <a:rPr lang="ru-RU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 Николай Сергеевич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0856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B5093B4-12A0-4FC0-9842-0351113D7490}"/>
              </a:ext>
            </a:extLst>
          </p:cNvPr>
          <p:cNvSpPr/>
          <p:nvPr/>
        </p:nvSpPr>
        <p:spPr>
          <a:xfrm>
            <a:off x="0" y="0"/>
            <a:ext cx="12192000" cy="9302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756EF0-2BE9-35EC-5710-542B21BBC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0275"/>
          </a:xfrm>
        </p:spPr>
        <p:txBody>
          <a:bodyPr/>
          <a:lstStyle/>
          <a:p>
            <a:pPr algn="ctr"/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Цели практики и инструментарий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273CA1-044F-49D1-0770-D8925CB92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Виртуализация и установка ОС (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VirtualBox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Ubuntu, РЕД ОС, Windows)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Администрирование серверных систем (Ubuntu Server,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Openmediavault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и тестирование в среде 1С:Предприятие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версиями и совместная работа (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GitLab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Развёртывание веб-сервисов (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WordPress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API)</a:t>
            </a:r>
            <a:b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освоить полный цикл установки, настройки и доработки ПО</a:t>
            </a:r>
          </a:p>
        </p:txBody>
      </p:sp>
    </p:spTree>
    <p:extLst>
      <p:ext uri="{BB962C8B-B14F-4D97-AF65-F5344CB8AC3E}">
        <p14:creationId xmlns:p14="http://schemas.microsoft.com/office/powerpoint/2010/main" val="1386301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41E3F12-452E-4C1E-B321-A02603DBC81C}"/>
              </a:ext>
            </a:extLst>
          </p:cNvPr>
          <p:cNvSpPr/>
          <p:nvPr/>
        </p:nvSpPr>
        <p:spPr>
          <a:xfrm>
            <a:off x="0" y="0"/>
            <a:ext cx="12192000" cy="1153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6F5DCD-CECB-EBA1-83AC-75A8FEB3E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8256"/>
            <a:ext cx="12192001" cy="1153320"/>
          </a:xfrm>
        </p:spPr>
        <p:txBody>
          <a:bodyPr>
            <a:normAutofit/>
          </a:bodyPr>
          <a:lstStyle/>
          <a:p>
            <a:pPr algn="ctr"/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виртуальной машины и ОС Ubuntu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D122F0-31CD-3F6C-2BE5-7A0906A66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Установлен 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Oracle VirtualBox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Создана ВМ: 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Ubuntu_22.04_Practice, 4 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ГБ ОЗУ, 50 ГБ 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VDI, 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сеть 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Изучены системные требования 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Ubuntu, 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скачан официальный 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ISO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Произведена установка: 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English, 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раскладка 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US+RU, 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вся дисковая разметка, учётная запись 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Установлены дополнения гостевой ОС (общий буфер, авто-разрешение экрана)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Подготовлен список базового ПО для 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Windows 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Linux (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архиваторы, браузеры, офис, 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PDF, 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антивирус)</a:t>
            </a:r>
          </a:p>
        </p:txBody>
      </p:sp>
    </p:spTree>
    <p:extLst>
      <p:ext uri="{BB962C8B-B14F-4D97-AF65-F5344CB8AC3E}">
        <p14:creationId xmlns:p14="http://schemas.microsoft.com/office/powerpoint/2010/main" val="372895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972BC27-B865-4F56-8F56-B51AE943DC3B}"/>
              </a:ext>
            </a:extLst>
          </p:cNvPr>
          <p:cNvSpPr/>
          <p:nvPr/>
        </p:nvSpPr>
        <p:spPr>
          <a:xfrm>
            <a:off x="0" y="0"/>
            <a:ext cx="12192000" cy="11144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C3DE51-DEEA-3D6B-A19F-C493E6437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8255"/>
            <a:ext cx="12192001" cy="1010445"/>
          </a:xfrm>
        </p:spPr>
        <p:txBody>
          <a:bodyPr>
            <a:normAutofit fontScale="90000"/>
          </a:bodyPr>
          <a:lstStyle/>
          <a:p>
            <a:pPr algn="ctr"/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Установка отечественной ОС и средств разработки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A74F9E-4E99-F087-62DA-39556E5DC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Создана ВМ, установлена РЕД ОС с официального 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ISO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Подключены 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Guest Additions, 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доустановлены пакеты сборки ядра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Установлены из репозиториев: 7-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Zip, Chrome/Firefox, LibreOffice, Evince,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ClamAV</a:t>
            </a:r>
            <a:endParaRPr lang="en-US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Добавлены среды разработки: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VS Code (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репозиторий 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Microsoft)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С:Предприятие и РЕД База Данных (подготовка)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Инициализирован локальный 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Git-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репозиторий, первый коммит и 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push 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GitLab</a:t>
            </a:r>
          </a:p>
        </p:txBody>
      </p:sp>
    </p:spTree>
    <p:extLst>
      <p:ext uri="{BB962C8B-B14F-4D97-AF65-F5344CB8AC3E}">
        <p14:creationId xmlns:p14="http://schemas.microsoft.com/office/powerpoint/2010/main" val="1061703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A403219-C92F-4893-BE65-E7AAFF840CEB}"/>
              </a:ext>
            </a:extLst>
          </p:cNvPr>
          <p:cNvSpPr/>
          <p:nvPr/>
        </p:nvSpPr>
        <p:spPr>
          <a:xfrm>
            <a:off x="0" y="0"/>
            <a:ext cx="12192000" cy="9302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C6B912-53F7-C085-2BE7-3FB7A1E99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8255"/>
            <a:ext cx="12191999" cy="972345"/>
          </a:xfrm>
        </p:spPr>
        <p:txBody>
          <a:bodyPr/>
          <a:lstStyle/>
          <a:p>
            <a:pPr algn="ctr"/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Платформа 1С:Предприятие и лицензия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8DCAD0-5670-FBA4-4AB1-B20F3663C9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Зарегистрирована учётная запись на </a:t>
            </a:r>
            <a:r>
              <a:rPr lang="ru-RU" b="0" i="0" u="none" strike="noStrike" dirty="0">
                <a:solidFill>
                  <a:srgbClr val="3964F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developer.1c.ru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Загружен и распакован дистрибутив версии 8.3.24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Выполнена полная установка (сервер, клиент, веб-расширение)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Через утилиту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ring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получена бесплатная комьюнити-лицензия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Доработана канбан-доска в 1С (скриншот подтверждения)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75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D6B9636-1A41-4422-B29B-378AB13954B0}"/>
              </a:ext>
            </a:extLst>
          </p:cNvPr>
          <p:cNvSpPr/>
          <p:nvPr/>
        </p:nvSpPr>
        <p:spPr>
          <a:xfrm>
            <a:off x="0" y="0"/>
            <a:ext cx="12192000" cy="9302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165341-3D39-97A3-01FC-908932A2D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44550"/>
          </a:xfrm>
        </p:spPr>
        <p:txBody>
          <a:bodyPr/>
          <a:lstStyle/>
          <a:p>
            <a:pPr algn="ctr"/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версиями и доработка модуля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41B5F9-C7A2-3505-65FC-362B5A95B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Аккаунт на </a:t>
            </a:r>
            <a:r>
              <a:rPr lang="ru-RU" b="0" i="0" u="none" strike="noStrike" dirty="0">
                <a:solidFill>
                  <a:srgbClr val="3964F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gitlab.com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проект practice-1c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Практика операций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clone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commit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работа с ветками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Два способа выгрузки конфигурации в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Напрямую через XML/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mdo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Через скрипты синхронизации хранилища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Доработан модуль «Покупки партнёра»: CRUD-операции для регистра «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ИсторияПокупок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», вывод по партнёру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Разработано 5 модульных (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unit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тестов, успешно пройдены (скриншот)</a:t>
            </a:r>
          </a:p>
        </p:txBody>
      </p:sp>
    </p:spTree>
    <p:extLst>
      <p:ext uri="{BB962C8B-B14F-4D97-AF65-F5344CB8AC3E}">
        <p14:creationId xmlns:p14="http://schemas.microsoft.com/office/powerpoint/2010/main" val="3889420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3F3D5BF-5780-4919-A7C4-493787801BF0}"/>
              </a:ext>
            </a:extLst>
          </p:cNvPr>
          <p:cNvSpPr/>
          <p:nvPr/>
        </p:nvSpPr>
        <p:spPr>
          <a:xfrm>
            <a:off x="0" y="0"/>
            <a:ext cx="12192000" cy="9302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611BE6-742C-A848-03D6-F21C58FD8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3450"/>
          </a:xfrm>
        </p:spPr>
        <p:txBody>
          <a:bodyPr/>
          <a:lstStyle/>
          <a:p>
            <a:pPr algn="ctr"/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Документирование и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Openmediavault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FE57E2-0130-5F5D-BE0F-623590781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Построена блок-схема алгоритма обработки запроса «История покупок партнёра»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 отдельной ВМ установлен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openmediavault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Настроен SMB/CIFS, загружены файлы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docx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pdf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jpg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mp4, проверен доступ с гостевой машины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Составлено краткое руководство по установке OMV</a:t>
            </a:r>
            <a:b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Сравнительная таблица гостевых ОС: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РЕД ОС: ядро Linux, отечественная проприетарная, реестр ПО, поддержка 1С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нативно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Windows 10/11: ядро NT, проприетарная, широкое применение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Ubuntu 22.04: свободная GPL, минимальные требования, серверная/девелоперская</a:t>
            </a:r>
          </a:p>
        </p:txBody>
      </p:sp>
    </p:spTree>
    <p:extLst>
      <p:ext uri="{BB962C8B-B14F-4D97-AF65-F5344CB8AC3E}">
        <p14:creationId xmlns:p14="http://schemas.microsoft.com/office/powerpoint/2010/main" val="800973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9F4C658-7DAE-4349-959D-6470ABF2D2CB}"/>
              </a:ext>
            </a:extLst>
          </p:cNvPr>
          <p:cNvSpPr/>
          <p:nvPr/>
        </p:nvSpPr>
        <p:spPr>
          <a:xfrm>
            <a:off x="0" y="0"/>
            <a:ext cx="12192000" cy="9302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5D1C0A-6F8A-8B64-BF32-82DEAFCF0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9325"/>
          </a:xfrm>
        </p:spPr>
        <p:txBody>
          <a:bodyPr/>
          <a:lstStyle/>
          <a:p>
            <a:pPr algn="ctr"/>
            <a:r>
              <a:rPr lang="sv-SE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Ubuntu Server, Docker и синтез речи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7C2CDB-4942-C73C-3001-7FCC1C575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Установлена Ubuntu Server 22.04 LTS (минимальная конфигурация)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Из-за недоступности основного архива прописаны зеркала (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yandex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selectel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Установлен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Compose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Развёрнут API-шлюз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Fusio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 контейнере, проверен через веб-интерфейс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Установлен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Piper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TTS с русской голосовой моделью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 HTTP API на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Flask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для синтеза речи, успешно получен WAV-файл по тестовому запросу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4029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49427EE-8B08-417A-8233-2519CE2AE920}"/>
              </a:ext>
            </a:extLst>
          </p:cNvPr>
          <p:cNvSpPr/>
          <p:nvPr/>
        </p:nvSpPr>
        <p:spPr>
          <a:xfrm>
            <a:off x="0" y="0"/>
            <a:ext cx="12192000" cy="9302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32ECD3-CC96-E24C-3825-D74B9B258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77900"/>
          </a:xfrm>
        </p:spPr>
        <p:txBody>
          <a:bodyPr/>
          <a:lstStyle/>
          <a:p>
            <a:pPr algn="ctr"/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 Server Panel и WordPress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D554E4-5041-81B9-0077-E38ABDAF0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 хост-машине установлен Open Server (Apache, PHP, MySQL)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Развёрнут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WordPress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создана БД, администратор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тема, структура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Созданы страницы: Главная, Новости, Абитуриентам, Студентам, Контакты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Настроены плагин вывода новостей, тестовые записи, виджеты боковой панели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Файлы сайта (тема, настройки, экспорт базы) и скриншоты загружены в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5411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4368B92-9B47-415D-8C12-54F4E944638D}"/>
              </a:ext>
            </a:extLst>
          </p:cNvPr>
          <p:cNvSpPr/>
          <p:nvPr/>
        </p:nvSpPr>
        <p:spPr>
          <a:xfrm>
            <a:off x="0" y="0"/>
            <a:ext cx="12192000" cy="11620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844C94-58AB-D13A-D7BA-5993DFCDA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Итоги практики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B2C97F-4770-7089-8783-703E70FDE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 системами виртуализации (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VirtualBox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Установка и базовая настройка ОС семейств Linux (Ubuntu, РЕД ОС) и Windows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Администрирование серверных систем (Ubuntu Server,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openmediavault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и веб-сервисов (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WordPress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Установка, активация и доработка конфигураций 1С:Предприятие, модульное тестирование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исходным кодом и конфигурациями через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работа с удалёнными репозиториями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документации (руководства, блок-схемы, сравнительные таблицы)</a:t>
            </a:r>
            <a:b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Все задачи выполнены в полном объёме и в установленные сроки.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593676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671</Words>
  <Application>Microsoft Office PowerPoint</Application>
  <PresentationFormat>Широкоэкранный</PresentationFormat>
  <Paragraphs>68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Тема Office</vt:lpstr>
      <vt:lpstr>ПМ.04 Сопровождение и обслуживание программного обеспечения компьютерных</vt:lpstr>
      <vt:lpstr>Цели практики и инструментарий</vt:lpstr>
      <vt:lpstr>Создание виртуальной машины и ОС Ubuntu</vt:lpstr>
      <vt:lpstr>Установка отечественной ОС и средств разработки</vt:lpstr>
      <vt:lpstr>Платформа 1С:Предприятие и лицензия</vt:lpstr>
      <vt:lpstr>Управление версиями и доработка модуля</vt:lpstr>
      <vt:lpstr>Документирование и Openmediavault</vt:lpstr>
      <vt:lpstr>Ubuntu Server, Docker и синтез речи</vt:lpstr>
      <vt:lpstr>Open Server Panel и WordPress</vt:lpstr>
      <vt:lpstr>Итоги практики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ПМ.04 Сопровождение и обслуживание программного обеспечения компьютерных</dc:title>
  <dc:creator>silence quiescence</dc:creator>
  <cp:lastModifiedBy>kprivet000@gmail.com</cp:lastModifiedBy>
  <cp:revision>4</cp:revision>
  <dcterms:created xsi:type="dcterms:W3CDTF">2026-05-04T11:57:58Z</dcterms:created>
  <dcterms:modified xsi:type="dcterms:W3CDTF">2026-05-05T06:07:49Z</dcterms:modified>
</cp:coreProperties>
</file>